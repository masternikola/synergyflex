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8FBAF5-465E-79BC-7B3F-ACD4CF96C7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F1AAD73-4D03-84C1-3F06-0F929122E1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8F26D31-0803-EE77-25A2-914CB54B8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B85-BF34-4AA2-A42B-13054F5E82B4}" type="datetimeFigureOut">
              <a:rPr lang="fr-CH" smtClean="0"/>
              <a:t>28.11.2025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38D861A-CF80-F0E2-BC2E-AE359DA55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3F797D1-F501-8A56-AA3F-1B11EC28BD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BDE0-2AB0-4AEA-AC66-36E4EFD51E8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5512149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E537856-634C-5A2B-7A99-8B3880FBE5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7535246-64E3-E2EB-297A-D2F689DCAF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5FBCCAD-6D3C-07A0-6E5F-B15E40164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B85-BF34-4AA2-A42B-13054F5E82B4}" type="datetimeFigureOut">
              <a:rPr lang="fr-CH" smtClean="0"/>
              <a:t>28.11.2025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1C83363-30A4-9F7F-6560-9DE1FD8D4E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D1B1F02F-B494-FB89-ADED-AD96CA512F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BDE0-2AB0-4AEA-AC66-36E4EFD51E8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14062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E931946-C87F-4DFD-FAE3-A75182152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137685B-81C7-6531-8117-D3B252BEA3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BC2DDD9-1839-DB3C-7A17-0D9A2C37B2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B85-BF34-4AA2-A42B-13054F5E82B4}" type="datetimeFigureOut">
              <a:rPr lang="fr-CH" smtClean="0"/>
              <a:t>28.11.2025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CFA240C-13E1-7186-3E1A-427AAA9C5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BED1EDB-EF2B-5378-7F8A-2A734287F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BDE0-2AB0-4AEA-AC66-36E4EFD51E8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547631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8F7F529-3B86-BD24-AEB0-F8EDA6E7D9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D6DCE0-5432-46BF-7AED-18138E14E65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2D3E307-AE58-E10A-0214-DB6DC6EDA06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E0258EB-C878-5C43-350C-A062503B08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B85-BF34-4AA2-A42B-13054F5E82B4}" type="datetimeFigureOut">
              <a:rPr lang="fr-CH" smtClean="0"/>
              <a:t>28.11.2025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6FE70A-709D-EEA2-ED99-1FA22AA6B7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F32A638-8447-55B4-B532-8D6C9BD86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BDE0-2AB0-4AEA-AC66-36E4EFD51E8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84884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1C68B7-34D3-E4C1-D679-44186968E8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E15CBFA9-2E07-6F91-205D-EE0DC7FA7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7ED270-0D2A-5996-9437-335F7C262B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4CE706A7-2AF4-ED03-5C70-EF56E16A9E1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793DBA98-8092-D144-E0C9-D8AFCF9045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D434C351-5E64-CBDD-51E1-6419EBA367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B85-BF34-4AA2-A42B-13054F5E82B4}" type="datetimeFigureOut">
              <a:rPr lang="fr-CH" smtClean="0"/>
              <a:t>28.11.2025</a:t>
            </a:fld>
            <a:endParaRPr lang="fr-CH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724FFDF8-C92B-0A87-B67A-6A83FD276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C6E92F48-8E51-54F2-1BA7-43378E70E6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BDE0-2AB0-4AEA-AC66-36E4EFD51E8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8996300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7CEA70-DC64-6312-9461-F07585E5A4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FFDB5320-C9DA-D9F0-AFAF-54252D2D0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B85-BF34-4AA2-A42B-13054F5E82B4}" type="datetimeFigureOut">
              <a:rPr lang="fr-CH" smtClean="0"/>
              <a:t>28.11.2025</a:t>
            </a:fld>
            <a:endParaRPr lang="fr-CH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D456E01-58F6-1183-EF92-7C3695AEE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5282717-709C-1F0C-7546-55A5E6F9E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BDE0-2AB0-4AEA-AC66-36E4EFD51E8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9839300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19B0DCEA-123E-9B6B-C7A5-7E1FB51631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B85-BF34-4AA2-A42B-13054F5E82B4}" type="datetimeFigureOut">
              <a:rPr lang="fr-CH" smtClean="0"/>
              <a:t>28.11.2025</a:t>
            </a:fld>
            <a:endParaRPr lang="fr-CH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839AD3C-6547-134D-C9CC-DAA051850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9BE25543-6A68-248A-6ACD-E94BD1664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BDE0-2AB0-4AEA-AC66-36E4EFD51E8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7670125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49047B8-4204-B4BE-A677-78E6EA5CDC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30EC60-5B25-AED2-2893-E6FAC57DC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CF7D41B-1D4D-E839-90C3-0B8FC22372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8D86975A-5BC4-A0D9-AA03-9A75275F3D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B85-BF34-4AA2-A42B-13054F5E82B4}" type="datetimeFigureOut">
              <a:rPr lang="fr-CH" smtClean="0"/>
              <a:t>28.11.2025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E109BE2-DA21-99AC-B525-8A998076F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49D74DE-8CFC-C8EA-94A9-A2C58301A1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BDE0-2AB0-4AEA-AC66-36E4EFD51E8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34629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711C36B-0238-02F8-4733-885D03FEB7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1FA048EA-DB41-5974-0DD1-C3DD5B4BAAF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CH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734C382E-2A7C-994B-1528-F51B4BA0CC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4A123132-0DB4-04B0-90D8-BDB6E44ED0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B85-BF34-4AA2-A42B-13054F5E82B4}" type="datetimeFigureOut">
              <a:rPr lang="fr-CH" smtClean="0"/>
              <a:t>28.11.2025</a:t>
            </a:fld>
            <a:endParaRPr lang="fr-CH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9F14350-840A-845A-4DF7-028CA482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B15721A9-35FE-B007-1276-629E985AA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BDE0-2AB0-4AEA-AC66-36E4EFD51E8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3285636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B09E71-493D-C831-1FF9-79C42A6F4D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3C8127E-39F6-C0F5-6803-90C2022195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1A6C9625-F8E7-0296-2954-388ABAFC5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B85-BF34-4AA2-A42B-13054F5E82B4}" type="datetimeFigureOut">
              <a:rPr lang="fr-CH" smtClean="0"/>
              <a:t>28.11.2025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04B0384-72BF-5703-CF53-D886BB9BE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DF869BD-3A0B-698A-9D01-A54B086699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BDE0-2AB0-4AEA-AC66-36E4EFD51E8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22919111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9C5BC82E-55E9-8641-FB7A-BD2012658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29650E2A-370B-3128-8B4F-69B760B1C6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9987E481-1642-D1D8-7029-B66D09DC09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AD59B85-BF34-4AA2-A42B-13054F5E82B4}" type="datetimeFigureOut">
              <a:rPr lang="fr-CH" smtClean="0"/>
              <a:t>28.11.2025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E915E0EF-307A-C638-AF9E-32421F9211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D277F6D-6A0E-7CE5-4C05-AB71CB7BA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96BDE0-2AB0-4AEA-AC66-36E4EFD51E8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1557088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8047760E-C2DB-6608-CB38-C3CBB3210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fr-CH"/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504EF75-B9A9-A202-B1A4-B51E705CE3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fr-CH"/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42365D6-9BD0-FC44-0BEB-CD4F7FD739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D59B85-BF34-4AA2-A42B-13054F5E82B4}" type="datetimeFigureOut">
              <a:rPr lang="fr-CH" smtClean="0"/>
              <a:t>28.11.2025</a:t>
            </a:fld>
            <a:endParaRPr lang="fr-CH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0D51F939-6828-5D71-445E-A03E3057636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CH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78C2A6D-CFBA-3E27-AC9D-45079A3A8B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F96BDE0-2AB0-4AEA-AC66-36E4EFD51E84}" type="slidenum">
              <a:rPr lang="fr-CH" smtClean="0"/>
              <a:t>‹N°›</a:t>
            </a:fld>
            <a:endParaRPr lang="fr-CH"/>
          </a:p>
        </p:txBody>
      </p:sp>
    </p:spTree>
    <p:extLst>
      <p:ext uri="{BB962C8B-B14F-4D97-AF65-F5344CB8AC3E}">
        <p14:creationId xmlns:p14="http://schemas.microsoft.com/office/powerpoint/2010/main" val="18409075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92914B-B226-11B1-0FD2-BAE1A92D82CF}"/>
              </a:ext>
            </a:extLst>
          </p:cNvPr>
          <p:cNvSpPr/>
          <p:nvPr/>
        </p:nvSpPr>
        <p:spPr>
          <a:xfrm>
            <a:off x="3186041" y="2037130"/>
            <a:ext cx="5819917" cy="2783740"/>
          </a:xfrm>
          <a:prstGeom prst="rect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sz="2400" b="1" u="sng" dirty="0"/>
              <a:t>Pompe à chaleur</a:t>
            </a:r>
          </a:p>
          <a:p>
            <a:pPr algn="ctr"/>
            <a:endParaRPr lang="fr-CH" sz="2400" b="1" u="sng" dirty="0"/>
          </a:p>
          <a:p>
            <a:pPr algn="ctr"/>
            <a:r>
              <a:rPr lang="fr-CH" sz="1200" dirty="0"/>
              <a:t>Puissance : entrée de l’utilisateur ou calculer</a:t>
            </a:r>
          </a:p>
          <a:p>
            <a:pPr algn="ctr"/>
            <a:r>
              <a:rPr lang="fr-CH" sz="1200" dirty="0"/>
              <a:t>COP : </a:t>
            </a:r>
            <a:r>
              <a:rPr lang="fr-CH" sz="1200" i="1" dirty="0"/>
              <a:t>ici une valeur par défaut ou un entrée de l’utilisateur</a:t>
            </a:r>
          </a:p>
          <a:p>
            <a:pPr algn="ctr"/>
            <a:r>
              <a:rPr lang="fr-CH" sz="1200" dirty="0"/>
              <a:t>Prix </a:t>
            </a:r>
            <a:r>
              <a:rPr lang="fr-CH" sz="1200" dirty="0" err="1"/>
              <a:t>instal</a:t>
            </a:r>
            <a:r>
              <a:rPr lang="fr-CH" sz="1200" dirty="0"/>
              <a:t>. : </a:t>
            </a:r>
            <a:r>
              <a:rPr lang="fr-CH" sz="1200" i="1" dirty="0"/>
              <a:t>ici une valeur calculer en fonction de la puissance ou renseigner</a:t>
            </a:r>
            <a:endParaRPr lang="fr-CH" sz="1100" dirty="0"/>
          </a:p>
          <a:p>
            <a:pPr algn="ctr"/>
            <a:r>
              <a:rPr lang="fr-CH" sz="1200" dirty="0"/>
              <a:t>Prix de l’énergie : </a:t>
            </a:r>
            <a:r>
              <a:rPr lang="fr-CH" sz="1200" i="1" dirty="0"/>
              <a:t>ici une valeur par défaut ou un entrée de l’utilisateur</a:t>
            </a:r>
          </a:p>
          <a:p>
            <a:pPr algn="ctr"/>
            <a:r>
              <a:rPr lang="fr-CH" sz="1200" i="1" dirty="0"/>
              <a:t>Cout de la maintenance : </a:t>
            </a:r>
            <a:r>
              <a:rPr lang="fr-CH" sz="1100" i="1" dirty="0"/>
              <a:t>ici une valeur par défaut ou un entrée de l’utilisateur</a:t>
            </a:r>
            <a:endParaRPr lang="fr-CH" sz="1100" dirty="0"/>
          </a:p>
          <a:p>
            <a:pPr algn="ctr"/>
            <a:endParaRPr lang="fr-CH" sz="1200" dirty="0"/>
          </a:p>
        </p:txBody>
      </p:sp>
      <p:sp>
        <p:nvSpPr>
          <p:cNvPr id="5" name="Flèche : droite 4">
            <a:extLst>
              <a:ext uri="{FF2B5EF4-FFF2-40B4-BE49-F238E27FC236}">
                <a16:creationId xmlns:a16="http://schemas.microsoft.com/office/drawing/2014/main" id="{A502BF46-9332-6531-609D-C85738A421E9}"/>
              </a:ext>
            </a:extLst>
          </p:cNvPr>
          <p:cNvSpPr/>
          <p:nvPr/>
        </p:nvSpPr>
        <p:spPr>
          <a:xfrm>
            <a:off x="384561" y="2704744"/>
            <a:ext cx="2801480" cy="1636519"/>
          </a:xfrm>
          <a:prstGeom prst="rightArrow">
            <a:avLst/>
          </a:prstGeom>
          <a:solidFill>
            <a:srgbClr val="92D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 err="1"/>
              <a:t>Energie</a:t>
            </a:r>
            <a:r>
              <a:rPr lang="fr-CH" baseline="-25000" dirty="0" err="1"/>
              <a:t>in</a:t>
            </a:r>
            <a:r>
              <a:rPr lang="fr-CH" dirty="0"/>
              <a:t> : ici électrique</a:t>
            </a:r>
          </a:p>
        </p:txBody>
      </p:sp>
      <p:sp>
        <p:nvSpPr>
          <p:cNvPr id="6" name="Flèche : droite 5">
            <a:extLst>
              <a:ext uri="{FF2B5EF4-FFF2-40B4-BE49-F238E27FC236}">
                <a16:creationId xmlns:a16="http://schemas.microsoft.com/office/drawing/2014/main" id="{3DEA5029-B870-E1B4-E84A-179EFA2231D1}"/>
              </a:ext>
            </a:extLst>
          </p:cNvPr>
          <p:cNvSpPr/>
          <p:nvPr/>
        </p:nvSpPr>
        <p:spPr>
          <a:xfrm>
            <a:off x="9005958" y="2704743"/>
            <a:ext cx="2801480" cy="1636519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CH" dirty="0" err="1"/>
              <a:t>Energie</a:t>
            </a:r>
            <a:r>
              <a:rPr lang="fr-CH" baseline="-25000" dirty="0" err="1"/>
              <a:t>out</a:t>
            </a:r>
            <a:r>
              <a:rPr lang="fr-CH" dirty="0"/>
              <a:t> : ici thermique</a:t>
            </a:r>
          </a:p>
        </p:txBody>
      </p:sp>
      <p:sp>
        <p:nvSpPr>
          <p:cNvPr id="7" name="Flèche : virage 6">
            <a:extLst>
              <a:ext uri="{FF2B5EF4-FFF2-40B4-BE49-F238E27FC236}">
                <a16:creationId xmlns:a16="http://schemas.microsoft.com/office/drawing/2014/main" id="{F9B3836A-56CC-7064-957D-8A65D8ED947B}"/>
              </a:ext>
            </a:extLst>
          </p:cNvPr>
          <p:cNvSpPr/>
          <p:nvPr/>
        </p:nvSpPr>
        <p:spPr>
          <a:xfrm rot="5400000">
            <a:off x="3186041" y="579302"/>
            <a:ext cx="1390232" cy="1525424"/>
          </a:xfrm>
          <a:prstGeom prst="bentArrow">
            <a:avLst/>
          </a:prstGeom>
          <a:solidFill>
            <a:srgbClr val="00B0F0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CH" dirty="0">
              <a:solidFill>
                <a:schemeClr val="tx1"/>
              </a:solidFill>
            </a:endParaRPr>
          </a:p>
        </p:txBody>
      </p:sp>
      <p:sp>
        <p:nvSpPr>
          <p:cNvPr id="8" name="ZoneTexte 7">
            <a:extLst>
              <a:ext uri="{FF2B5EF4-FFF2-40B4-BE49-F238E27FC236}">
                <a16:creationId xmlns:a16="http://schemas.microsoft.com/office/drawing/2014/main" id="{743D046C-9530-A3E7-500B-20E7B9DCAF15}"/>
              </a:ext>
            </a:extLst>
          </p:cNvPr>
          <p:cNvSpPr txBox="1"/>
          <p:nvPr/>
        </p:nvSpPr>
        <p:spPr>
          <a:xfrm>
            <a:off x="3046576" y="659717"/>
            <a:ext cx="1383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CH" dirty="0" err="1"/>
              <a:t>Energie</a:t>
            </a:r>
            <a:r>
              <a:rPr lang="fr-CH" baseline="-25000" dirty="0" err="1"/>
              <a:t>in,aux</a:t>
            </a:r>
            <a:r>
              <a:rPr lang="fr-CH" baseline="-250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9437737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Grand écran</PresentationFormat>
  <Paragraphs>10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Thème Office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Nikola Vujic</dc:creator>
  <cp:lastModifiedBy>Nikola Vujic</cp:lastModifiedBy>
  <cp:revision>1</cp:revision>
  <dcterms:created xsi:type="dcterms:W3CDTF">2025-11-28T08:15:34Z</dcterms:created>
  <dcterms:modified xsi:type="dcterms:W3CDTF">2025-11-28T15:21:49Z</dcterms:modified>
</cp:coreProperties>
</file>